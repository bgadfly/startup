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8602e60f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g3a8602e60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a8602e60f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8602e60f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a8602e60f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a8602e60f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7218" y="498764"/>
            <a:ext cx="4804756" cy="48047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89956" y="5004262"/>
            <a:ext cx="4987636" cy="43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31273" y="4572000"/>
            <a:ext cx="7481455" cy="43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Авторы презентации: Коротаева Е. и Петрова К.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31273" y="833351"/>
            <a:ext cx="5985164" cy="532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Введение и ценность продукта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31273" y="2327564"/>
            <a:ext cx="5818909" cy="93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Парик.нет - AI-консультант по наращиванию и замещению волос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фото + текст → готовая техника, схема и уход за 30 секунд!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1662545" y="1442280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662550" y="2256725"/>
            <a:ext cx="99753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Мастера дают противоречивые советы. Ошибка = испорченные волосы и потеря денег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Нет единого алгоритма «что мне подходит»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Клиент не знает, кому доверять, из-за чего теряется время на подбор подходящего решения. Возникают сложности с оценкой качества услуг и продуктов.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1662545" y="1478580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Состояние рынка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662550" y="2193225"/>
            <a:ext cx="99753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Женщины 25-45 лет с тонкими/редкими/выпадающими волосами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 12 млн женщин (РФ + СНГ)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 2,4 млн онлайн‑консультаций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 год 1: 24 000 платных запросов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498764"/>
            <a:ext cx="46800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31273" y="855958"/>
            <a:ext cx="3792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Решение и бизнес-модель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31273" y="2078182"/>
            <a:ext cx="5818909" cy="2177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Как работает: загрузить 3 фото, написать запрос, AI выдаёт: технику / схему / уход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Монетизация: разовый запрос — 99 ₽, абонемент — 1590 ₽, подписка 3990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 уже есть: 200 тестовых пользователей, 58% повторных запросов Пользователи позитивно оценивают сервис, что способствует положительному имиджу сервиса.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31273" y="4755041"/>
            <a:ext cx="58188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Платформа постоянно развивается, добавляются новые функции и возможности.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498764"/>
            <a:ext cx="46800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831273" y="5818909"/>
            <a:ext cx="7481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831273" y="1082733"/>
            <a:ext cx="3792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Конкуренты(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31273" y="2078182"/>
            <a:ext cx="58188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Форумы	                       Woman.ru	нет AI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Мастера	                       Локально	дорого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Человек-консультант	Узко	не масштаб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Парик.нет	—	дешевле, быстрее, AI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31273" y="4256116"/>
            <a:ext cx="58188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2493818" y="1082733"/>
            <a:ext cx="7647710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Команда и прогресс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493818" y="2078182"/>
            <a:ext cx="7481455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Сейчас в нашей команде всего 2 человека и этого пока вполне хватает.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Продукт технологически готов (MVP есть)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Два основателя = быстрота решений и полная вовлечённость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необходимости мы приглашаем сторонних специалистов и всегда рады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64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/>
          <p:nvPr/>
        </p:nvSpPr>
        <p:spPr>
          <a:xfrm>
            <a:off x="8853055" y="5818909"/>
            <a:ext cx="5153891" cy="43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4696691" y="1082733"/>
            <a:ext cx="4948541" cy="581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Финансирование и этапы развития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4927925" y="1966425"/>
            <a:ext cx="58188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Сумма: 2 000 000р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Инструмент: Конвертируемый займ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of funds: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— дообучение AI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30% — телеграм-бот / сайт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20% — первый маркетинг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10% — юр / бух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Milestones (через 6 месяцев): 5000 оплаченных запросов 800 активных подписок 30 салонов-партнёров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/>
          <p:nvPr/>
        </p:nvSpPr>
        <p:spPr>
          <a:xfrm>
            <a:off x="1246909" y="1664624"/>
            <a:ext cx="10141527" cy="781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246909" y="3325091"/>
            <a:ext cx="9975273" cy="681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внимание. В этой презентации мы рассмотрели ценность нашего продукта, основные проблемы рынка и предложили решение. Мы познакомили вас с командой и прогрессом, а также обсудили финансирование и этапы развития.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